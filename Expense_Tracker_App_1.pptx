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gCtG955uDYYK9UMuzGj4q2iXwy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f4329f19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4f4329f192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Expense Tracker App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235950" y="1361300"/>
            <a:ext cx="67989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Budgeting for Students &amp; Savers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43325" y="2902500"/>
            <a:ext cx="7105800" cy="23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: ARYA MANOJ MADHAVI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: D15B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ROLL NO : 29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SUBJECT: MAD MOBILE APP DEVELOPMENT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Overview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2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 next-gen personal finance app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Designed for students and daily budget-conscious users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Focus on usability, insights, and engagement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557500" y="4397975"/>
            <a:ext cx="8070300" cy="19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TechStack : Flutter and Firebase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Authentication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🔹 User Registration: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/>
              <a:t>   - Name, Email, Password input</a:t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/>
              <a:t>   - Stored as 'unverified' user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🔹 Email Verification: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/>
              <a:t>   - Email sent with secure token link</a:t>
            </a:r>
            <a:endParaRPr/>
          </a:p>
          <a:p>
            <a:pPr indent="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/>
              <a:t>   - Example: yourapp.com/verify-email?token=abc123</a:t>
            </a:r>
            <a:endParaRPr/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f4329f192_0_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Expense Categorization</a:t>
            </a:r>
            <a:endParaRPr/>
          </a:p>
        </p:txBody>
      </p:sp>
      <p:sp>
        <p:nvSpPr>
          <p:cNvPr id="105" name="Google Shape;105;g34f4329f192_0_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Predefined categories: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Food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Travel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Study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Entertainment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Custom category creation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Personalized expense organization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Income Tracking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Track income from multiple sources: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Pocket money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Stipends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Freelance work / part-time jobs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Income vs. Expenses overview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Budget Management</a:t>
            </a:r>
            <a:endParaRPr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Set monthly budget limits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Alerts when nearing limits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Budget progress tracker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Multi-Currency Support</a:t>
            </a:r>
            <a:endParaRPr/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Helpful for students abroad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Support for major global currencies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Automatic conversion and categorization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Spending Insights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Visual insights with: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Pie charts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Bar graphs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Daily, Weekly, Monthly spending patterns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Category-wise breakdown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 &amp; Reminders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Smart reminders to: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Record daily expenses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Update income entries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Custom notification times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 &amp; Wallet Integration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Google Pay integration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Future-ready for other wallets and banks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Auto-fetch transactions and sync with app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&amp; User-Friendly UI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Dark Mode for comfort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Drag &amp; drop customizable widgets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Personalized homepage experience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Gamification Features</a:t>
            </a:r>
            <a:endParaRPr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Spin the Wheel: Win rewards for saving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Daily Saving Challenge: Save small amounts daily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Daily Quiz: Learn finance while earning points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Unlock badges and level up!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Choose Us?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Comprehensive feature set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Easy to use and student-focused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Makes saving and tracking fun and interactive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Join the new wave of smart spenders!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